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914400"/>
            <a:ext cx="3291840" cy="32918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Taller para cuidadores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del estrés y estrategias de afrontamiento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BOLIVIANA DE PADRES DE PERSONAS CON AUTISMO · REDBOPEA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EAF0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empezar: nuestro espacio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Confidencialidad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19019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comparte aquí, queda aquí.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651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Voluntariedad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63040" y="30449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está obligado a hablar. Siempre podés pasar.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Respeto y no juicio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63040" y="41879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aconseja ni se corrige a nadie. Se escucha.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937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Cuidado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63040" y="53309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moviliza mucho, está bien hacer una pausa.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EAF0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 el foco son ustedes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no es un curso para hacerlo “bien”. Es un espacio para ustedes, que cuidan todos los días.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Reconocer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señales y fuentes de tu estrés.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651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12724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estrategias usás: las que suman y las que desgastan.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89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48646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calma y afrontamiento.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26480" y="42062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389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48646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plan personal de autocuidado y tu red de apoyo.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Entender el estrés del cuidador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“tanque” del cuidador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37760" y="1554480"/>
            <a:ext cx="2286000" cy="3474720"/>
          </a:xfrm>
          <a:prstGeom prst="roundRect">
            <a:avLst>
              <a:gd name="adj" fmla="val 6000"/>
            </a:avLst>
          </a:prstGeom>
          <a:solidFill>
            <a:srgbClr val="EAF0F6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0" y="3566160"/>
            <a:ext cx="2286000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B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lo VACÍA?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estresa, agota, preocupa…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0" y="2651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lo LLENA?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89520" y="3154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descansa, conecta, recarga…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Recargar tu tanque también es cuidar a tu hijo o hija.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Señales de que el tanque está bajo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el cuerpo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2468880"/>
          </a:xfrm>
          <a:prstGeom prst="rect">
            <a:avLst/>
          </a:prstGeom>
          <a:solidFill>
            <a:srgbClr val="EAF0F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Cansancio que no se va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frecuentes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 mal o de más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Enfermarte seguido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554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las emociones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66160" cy="2468880"/>
          </a:xfrm>
          <a:prstGeom prst="rect">
            <a:avLst/>
          </a:prstGeom>
          <a:solidFill>
            <a:srgbClr val="EAF0F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19456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Irritabilidad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Ganas de llorar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 constante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Sentirte “en automático”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6616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554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lo que pensás/hacés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566160" cy="2468880"/>
          </a:xfrm>
          <a:prstGeom prst="rect">
            <a:avLst/>
          </a:prstGeom>
          <a:solidFill>
            <a:srgbClr val="EAF0F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19456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Aislarte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Descuidarte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puedo más”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el disfrute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EAF0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Herramienta: respiración 4–6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63840" y="1828800"/>
            <a:ext cx="3108960" cy="3108960"/>
          </a:xfrm>
          <a:prstGeom prst="ellipse">
            <a:avLst/>
          </a:prstGeom>
          <a:solidFill>
            <a:srgbClr val="EAF0F6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28346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– 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Inhalá por la nariz contando 4.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Exhalá lento por la boca contando 6.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 exhalación larga le avisa al cuerpo que puede calmarse.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Repetí 6 veces, sin apuro.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Herramienta: anclaje 5-4-3-2-1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mente se dispara, volvé al presente nombrando: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554480" cy="1554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3977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que 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16352" y="2286000"/>
            <a:ext cx="1554480" cy="1554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2816352" y="22860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87752" y="3977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oís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84064" y="2286000"/>
            <a:ext cx="1554480" cy="1554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084064" y="22860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55464" y="3977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podés tocar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51776" y="2286000"/>
            <a:ext cx="1554480" cy="1554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351776" y="22860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123176" y="3977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olés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19488" y="2286000"/>
            <a:ext cx="1554480" cy="1554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9619488" y="22860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390888" y="3977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saboreás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Afrontamiento y plan personal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hago cuando me supera?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66160" cy="6400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 ayudan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219456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Resolver, planificar, pedir apoyo, aceptar, mirar distinto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640080"/>
          </a:xfrm>
          <a:prstGeom prst="rect">
            <a:avLst/>
          </a:prstGeom>
          <a:solidFill>
            <a:srgbClr val="C77C20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Evito el problema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3566160" cy="2194560"/>
          </a:xfrm>
          <a:prstGeom prst="rect">
            <a:avLst/>
          </a:prstGeom>
          <a:solidFill>
            <a:srgbClr val="FFF4E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28600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Distraerme todo el tiempo, desahogarme sin parar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566160" cy="64008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 desgastan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566160" cy="219456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28600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Negar, desconectarme, culparme, sustancias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personas buenas o malas afrontando: hay estrategias más útiles según el momento.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E6F4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Afrontar de un modo que suma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554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Resolver lo posible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965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sí está en mis manos? Un paso pequeño.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411480" cy="41148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554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Pedir apoyo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1965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 (que me escuchen) y práctico (delegar).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971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Mirar distinto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aprendí? ¿Qué avance hubo hoy?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411480" cy="41148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971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Aceptar lo que no cambia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20840" y="3383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Soltar la pelea con lo imposible.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411480" cy="41148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389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Cuidar el cuerpo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4800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Sueño, movimiento, comer, respirar.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26480" y="4434840"/>
            <a:ext cx="411480" cy="41148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389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Tiempo propio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20840" y="4800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minutos al día que sean míos.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red de apoyo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309360" y="1645920"/>
            <a:ext cx="4754880" cy="4754880"/>
          </a:xfrm>
          <a:prstGeom prst="ellipse">
            <a:avLst/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194560"/>
            <a:ext cx="3657600" cy="36576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743200"/>
            <a:ext cx="2560320" cy="2560320"/>
          </a:xfrm>
          <a:prstGeom prst="ellipse">
            <a:avLst/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3291840"/>
            <a:ext cx="1463040" cy="14630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Íntimo: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pareja, familia cercana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Cercano: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amistades, otras familias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Profesional: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médicos, terapeutas, escuela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Comunitario: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grupos, iglesia, vecinos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círculo está más “flaco”? Ahí hay una oportunidad para sumar apoyo.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EAF0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plan personal de autocuidado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spcAft>
                <a:spcPts val="1000"/>
              </a:spcAft>
              <a:buSzPct val="100000"/>
              <a:buChar char="✓"/>
            </a:pPr>
            <a:r>
              <a:rPr lang="en-US" sz="1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señal de que mi tanque está bajo</a:t>
            </a:r>
            <a:endParaRPr lang="en-US" sz="1900" dirty="0"/>
          </a:p>
          <a:p>
            <a:pPr marL="342900" indent="-342900">
              <a:lnSpc>
                <a:spcPct val="170000"/>
              </a:lnSpc>
              <a:spcAft>
                <a:spcPts val="1000"/>
              </a:spcAft>
              <a:buSzPct val="100000"/>
              <a:buChar char="✓"/>
            </a:pPr>
            <a:r>
              <a:rPr lang="en-US" sz="1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estrategias que voy a probar esta semana</a:t>
            </a:r>
            <a:endParaRPr lang="en-US" sz="1900" dirty="0"/>
          </a:p>
          <a:p>
            <a:pPr marL="342900" indent="-342900">
              <a:lnSpc>
                <a:spcPct val="170000"/>
              </a:lnSpc>
              <a:spcAft>
                <a:spcPts val="1000"/>
              </a:spcAft>
              <a:buSzPct val="100000"/>
              <a:buChar char="✓"/>
            </a:pPr>
            <a:r>
              <a:rPr lang="en-US" sz="1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técnica rápida que tendré a mano</a:t>
            </a:r>
            <a:endParaRPr lang="en-US" sz="1900" dirty="0"/>
          </a:p>
          <a:p>
            <a:pPr marL="342900" indent="-342900">
              <a:lnSpc>
                <a:spcPct val="170000"/>
              </a:lnSpc>
              <a:spcAft>
                <a:spcPts val="1000"/>
              </a:spcAft>
              <a:buSzPct val="100000"/>
              <a:buChar char="✓"/>
            </a:pPr>
            <a:r>
              <a:rPr lang="en-US" sz="1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a la que puedo pedir apoyo</a:t>
            </a:r>
            <a:endParaRPr lang="en-US" sz="1900" dirty="0"/>
          </a:p>
          <a:p>
            <a:pPr marL="342900" indent="-342900">
              <a:lnSpc>
                <a:spcPct val="170000"/>
              </a:lnSpc>
              <a:spcAft>
                <a:spcPts val="1000"/>
              </a:spcAft>
              <a:buSzPct val="100000"/>
              <a:buChar char="✓"/>
            </a:pPr>
            <a:r>
              <a:rPr lang="en-US" sz="1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momento del día que voy a proteger para mí</a:t>
            </a:r>
            <a:endParaRPr lang="en-US" sz="1900" dirty="0"/>
          </a:p>
          <a:p>
            <a:pPr marL="342900" indent="-342900">
              <a:lnSpc>
                <a:spcPct val="170000"/>
              </a:lnSpc>
              <a:spcAft>
                <a:spcPts val="1000"/>
              </a:spcAft>
              <a:buSzPct val="100000"/>
              <a:buChar char="✓"/>
            </a:pPr>
            <a:r>
              <a:rPr lang="en-US" sz="1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contacto si me cuesta sola/o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 · Taller de manejo del estrés y afrontamiento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por estar acá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Cuidarte no es egoísmo. Es parte del cuidado.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REDBOPEA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2026-06-16T12:52:46Z</dcterms:created>
  <dcterms:modified xsi:type="dcterms:W3CDTF">2026-06-16T12:52:46Z</dcterms:modified>
</cp:coreProperties>
</file>